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E1243200/Desktop/Sulis/Vizsgaremek/quizarena/forraskod/public/qalogo_sv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685800"/>
            <a:ext cx="1463040" cy="16276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5146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QUIZARENA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0" y="34290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kvíz- és vetélkedőplatform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166360" y="4160520"/>
            <a:ext cx="1828800" cy="0"/>
          </a:xfrm>
          <a:prstGeom prst="line">
            <a:avLst/>
          </a:prstGeom>
          <a:noFill/>
          <a:ln w="19050">
            <a:solidFill>
              <a:srgbClr val="1C24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0" y="44348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Vizsgaremek – Szoftverfejlesztő és -tesztelő képzés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0" y="48920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Készítette: Pintér Szabolcs, Perger Balázs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0" y="52578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szeptember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CÉLJA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egy kvízplatform?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" cy="1234440"/>
          </a:xfrm>
          <a:prstGeom prst="rect">
            <a:avLst/>
          </a:prstGeom>
          <a:solidFill>
            <a:srgbClr val="7ED32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probléma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128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legtöbb online kvízoldal vagy csak egyszerű feleletválasztós listát ad, vagy fizetős / reklámokkal teli. Hiányzik egy letisztult, versenyszerű, ingyenes alternatíva.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54864" cy="1234440"/>
          </a:xfrm>
          <a:prstGeom prst="rect">
            <a:avLst/>
          </a:prstGeom>
          <a:solidFill>
            <a:srgbClr val="7ED32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célközönség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7588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Elsősorban egyéni felhasználók, akik szórakozásból vagy tudáspróbaként töltenek ki kvízeket – saját tempóban, időre, vagy a legizgalmasabb, „Legyen Ön is milliomos” módban.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54864" cy="1234440"/>
          </a:xfrm>
          <a:prstGeom prst="rect">
            <a:avLst/>
          </a:prstGeom>
          <a:solidFill>
            <a:srgbClr val="7ED32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ezt választottuk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kvízplatform köré valódi, több táblás adatmodell és érdemi szerveroldali üzleti logika (pontszámítás, XP, ranglista) építhető – miközben a végeredmény bárki számára azonnal élvezhető.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 FUNKCIÓK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Három játékmód, egy motor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61D25"/>
          </a:solidFill>
          <a:ln/>
        </p:spPr>
      </p:sp>
      <p:sp>
        <p:nvSpPr>
          <p:cNvPr id="5" name="Shape 3"/>
          <p:cNvSpPr/>
          <p:nvPr/>
        </p:nvSpPr>
        <p:spPr>
          <a:xfrm>
            <a:off x="1965960" y="2286000"/>
            <a:ext cx="685800" cy="685800"/>
          </a:xfrm>
          <a:prstGeom prst="ellipse">
            <a:avLst/>
          </a:prstGeom>
          <a:solidFill>
            <a:srgbClr val="1C242E"/>
          </a:solidFill>
          <a:ln w="19050">
            <a:solidFill>
              <a:srgbClr val="7ED32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65960" y="22677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ED321"/>
                </a:solidFill>
              </a:rPr>
              <a:t>🎯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Klasszikus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49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kérdés egyszerre látszik, nincs időnyomás. A végén egy gombnyomással adható be a teljes kitöltés.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61D25"/>
          </a:solidFill>
          <a:ln/>
        </p:spPr>
      </p:sp>
      <p:sp>
        <p:nvSpPr>
          <p:cNvPr id="10" name="Shape 8"/>
          <p:cNvSpPr/>
          <p:nvPr/>
        </p:nvSpPr>
        <p:spPr>
          <a:xfrm>
            <a:off x="5806440" y="2286000"/>
            <a:ext cx="685800" cy="685800"/>
          </a:xfrm>
          <a:prstGeom prst="ellipse">
            <a:avLst/>
          </a:prstGeom>
          <a:solidFill>
            <a:srgbClr val="1C242E"/>
          </a:solidFill>
          <a:ln w="19050">
            <a:solidFill>
              <a:srgbClr val="7ED32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06440" y="22677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ED321"/>
                </a:solidFill>
              </a:rPr>
              <a:t>⏱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Időre menő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749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kérdések egyesével jönnek, 20 mp jár mindegyikre. A gyorsabb helyes válasz idő-bónuszt ér.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61D25"/>
          </a:solidFill>
          <a:ln/>
        </p:spPr>
      </p:sp>
      <p:sp>
        <p:nvSpPr>
          <p:cNvPr id="15" name="Shape 13"/>
          <p:cNvSpPr/>
          <p:nvPr/>
        </p:nvSpPr>
        <p:spPr>
          <a:xfrm>
            <a:off x="9646920" y="2286000"/>
            <a:ext cx="685800" cy="685800"/>
          </a:xfrm>
          <a:prstGeom prst="ellipse">
            <a:avLst/>
          </a:prstGeom>
          <a:solidFill>
            <a:srgbClr val="1C242E"/>
          </a:solidFill>
          <a:ln w="19050">
            <a:solidFill>
              <a:srgbClr val="7ED32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46920" y="22677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7ED321"/>
                </a:solidFill>
              </a:rPr>
              <a:t>👑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Milliomos mód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749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Fokozódó nehézség, azonnali kiesés rossz válasznál, 3 egyszer használható segítség: felezés, közönség, csere.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Emellett: kérdésbank kategóriákkal és nehézségi szintekkel, egyedi kérdéssor összeállítása, XP- és szintrendszer, ranglista.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RENDSZERTERV ÉS TECHNOLÓGIÁK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Architektúra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91840" cy="822960"/>
          </a:xfrm>
          <a:prstGeom prst="roundRect">
            <a:avLst>
              <a:gd name="adj" fmla="val 11111"/>
            </a:avLst>
          </a:prstGeom>
          <a:solidFill>
            <a:srgbClr val="1C242E"/>
          </a:solidFill>
          <a:ln w="12700">
            <a:solidFill>
              <a:srgbClr val="4E8A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Kliens (böngésző)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04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8163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ED321"/>
                </a:solidFill>
              </a:rPr>
              <a:t>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291840" cy="822960"/>
          </a:xfrm>
          <a:prstGeom prst="roundRect">
            <a:avLst>
              <a:gd name="adj" fmla="val 11111"/>
            </a:avLst>
          </a:prstGeom>
          <a:solidFill>
            <a:srgbClr val="1C242E"/>
          </a:solidFill>
          <a:ln w="12700">
            <a:solidFill>
              <a:srgbClr val="4E8A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szerver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730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végpontok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41422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ED321"/>
                </a:solidFill>
              </a:rPr>
              <a:t>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3291840" cy="822960"/>
          </a:xfrm>
          <a:prstGeom prst="roundRect">
            <a:avLst>
              <a:gd name="adj" fmla="val 11111"/>
            </a:avLst>
          </a:prstGeom>
          <a:solidFill>
            <a:srgbClr val="1C242E"/>
          </a:solidFill>
          <a:ln w="12700">
            <a:solidFill>
              <a:srgbClr val="4E8A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adatbázis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0566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better-sqlite3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2898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3A0AC"/>
                </a:solidFill>
              </a:rPr>
              <a:t>Fetch API + session-cookie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920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Technológiai stack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09360" y="2569464"/>
            <a:ext cx="109728" cy="109728"/>
          </a:xfrm>
          <a:prstGeom prst="ellipse">
            <a:avLst/>
          </a:prstGeom>
          <a:solidFill>
            <a:srgbClr val="7ED32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244144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 4, express-session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3282696"/>
            <a:ext cx="109728" cy="109728"/>
          </a:xfrm>
          <a:prstGeom prst="ellipse">
            <a:avLst/>
          </a:prstGeom>
          <a:solidFill>
            <a:srgbClr val="7ED32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31546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(better-sqlite3) — futtatáshoz; MySQL DDL — referencia-séma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09360" y="3995928"/>
            <a:ext cx="109728" cy="109728"/>
          </a:xfrm>
          <a:prstGeom prst="ellipse">
            <a:avLst/>
          </a:prstGeom>
          <a:solidFill>
            <a:srgbClr val="7ED32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386791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natív HTML5, CSS3, JavaScript (Fetch API), build-lépés nélkül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09360" y="4709160"/>
            <a:ext cx="109728" cy="109728"/>
          </a:xfrm>
          <a:prstGeom prst="ellipse">
            <a:avLst/>
          </a:prstGeom>
          <a:solidFill>
            <a:srgbClr val="7ED32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0" y="458114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Tesztelés: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beépített node:test futtató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09360" y="5422392"/>
            <a:ext cx="109728" cy="109728"/>
          </a:xfrm>
          <a:prstGeom prst="ellipse">
            <a:avLst/>
          </a:prstGeom>
          <a:solidFill>
            <a:srgbClr val="7ED32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529437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Verziókezelés: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BEMUTATÁSA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Csalásbiztos, szerveroldali logika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helyes válasz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nem kerül a böngészőbe a válaszadás előtt — a szerver kihagyja az is_correct mezőt, és összekeveri a kérdések/válaszok sorrendjét.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pontszámítás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kizárólag szerveroldalon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történik, egy önálló, tesztelt modulban (scoring.js) — a kliens nem tud hamis pontszámot beküldeni.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72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Rossz válasz = a kérdés pontjának mínusz fele (visszatartja a találgatást), de a végeredmény sosem lehet negatív.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46520" y="1783080"/>
            <a:ext cx="5166360" cy="3977640"/>
          </a:xfrm>
          <a:prstGeom prst="roundRect">
            <a:avLst>
              <a:gd name="adj" fmla="val 2299"/>
            </a:avLst>
          </a:prstGeom>
          <a:solidFill>
            <a:srgbClr val="0F151B"/>
          </a:solidFill>
          <a:ln w="12700">
            <a:solidFill>
              <a:srgbClr val="1C24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1984248"/>
            <a:ext cx="128016" cy="128016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7"/>
          <p:cNvSpPr/>
          <p:nvPr/>
        </p:nvSpPr>
        <p:spPr>
          <a:xfrm>
            <a:off x="6885432" y="1984248"/>
            <a:ext cx="128016" cy="128016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8"/>
          <p:cNvSpPr/>
          <p:nvPr/>
        </p:nvSpPr>
        <p:spPr>
          <a:xfrm>
            <a:off x="7095744" y="1984248"/>
            <a:ext cx="128016" cy="128016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2286000"/>
            <a:ext cx="4617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pontEgyKerdesre(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helyesE, kerdesPont, idoreMegy, hatralevoMasodperc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(helyesE === false)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-(kerdesPont / 2);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pont = kerdesPont;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(idoreMegy === true)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bonusz = Math.min(hatralevoMasodperc, 10);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pont = pont + Math.max(bonusz, 0);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pont;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E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TESZTELÉS ÉS DEMÓ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Ellenőrizve, működés közben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161D2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928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243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automata unit teszt zöld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178308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161D2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14600" y="18928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6243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manuális funkcionális teszteset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1783080"/>
            <a:ext cx="1691640" cy="1325880"/>
          </a:xfrm>
          <a:prstGeom prst="roundRect">
            <a:avLst>
              <a:gd name="adj" fmla="val 6897"/>
            </a:avLst>
          </a:prstGeom>
          <a:solidFill>
            <a:srgbClr val="161D2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189280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243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kérdés, 10 kategóriában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375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Kritikus, funkciót blokkoló hibát a tesztelés nem talált.</a:t>
            </a:r>
            <a:endParaRPr lang="en-US" sz="1300" dirty="0"/>
          </a:p>
        </p:txBody>
      </p:sp>
      <p:pic>
        <p:nvPicPr>
          <p:cNvPr id="14" name="Image 0" descr="C:/Users/E1243200/AppData/Local/Temp/claude/C--Users-E1243200-Desktop/9c2d4e70-360b-470d-885e-fca7ab679c85/scratchpad/shots/07-milliomos-mo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737360"/>
            <a:ext cx="5074920" cy="31089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537960" y="1737360"/>
            <a:ext cx="5074920" cy="3108960"/>
          </a:xfrm>
          <a:prstGeom prst="roundRect">
            <a:avLst/>
          </a:prstGeom>
          <a:ln w="19050">
            <a:solidFill>
              <a:srgbClr val="1C24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37960" y="50749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3A0AC"/>
                </a:solidFill>
              </a:rPr>
              <a:t>„Legyen Ön is milliomos” mód, élő közönség-szavazattal</a:t>
            </a:r>
            <a:endParaRPr lang="en-US" sz="1050" dirty="0"/>
          </a:p>
        </p:txBody>
      </p:sp>
      <p:pic>
        <p:nvPicPr>
          <p:cNvPr id="17" name="Image 1" descr="C:/Users/E1243200/AppData/Local/Temp/claude/C--Users-E1243200-Desktop/9c2d4e70-360b-470d-885e-fca7ab679c85/scratchpad/shots/01-her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3931920"/>
            <a:ext cx="5394960" cy="18745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8640" y="3931920"/>
            <a:ext cx="5394960" cy="1874520"/>
          </a:xfrm>
          <a:prstGeom prst="roundRect">
            <a:avLst/>
          </a:prstGeom>
          <a:ln w="19050">
            <a:solidFill>
              <a:srgbClr val="1C242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5897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3A0AC"/>
                </a:solidFill>
              </a:rPr>
              <a:t>Főoldal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ÖSSZEGZÉS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elértünk – és ami jön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Elértük: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teljes játékmód, szerveroldali csalásbiztos pontozással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XP-, szint- és ranglistarendszer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Tesztelt, karbantartható kódbázis (rétegek: routes / middleware / utils)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Következő lépések: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Kérdéssor-összeállító felület (backend API már kész)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Integrációs tesztek bővítése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Csapatos kvízest mód kiteljesítése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166360" cy="4023360"/>
          </a:xfrm>
          <a:prstGeom prst="roundRect">
            <a:avLst>
              <a:gd name="adj" fmla="val 2727"/>
            </a:avLst>
          </a:prstGeom>
          <a:solidFill>
            <a:srgbClr val="161D2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0" y="21945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 legjobban a csalásbiztos, szerveroldali pontozáson és a három egymástól különböző játékmenet egy közös motorra épülésén dolgoztunk.”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4297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Köszönjük a figyelmet!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4800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Kérdéseket szívesen várunk.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QuizArena bemutato</dc:title>
  <dc:subject>PptxGenJS Presentation</dc:subject>
  <dc:creator>Pinter Szabolcs</dc:creator>
  <cp:lastModifiedBy>Pinter Szabolcs</cp:lastModifiedBy>
  <cp:revision>1</cp:revision>
  <dcterms:created xsi:type="dcterms:W3CDTF">2026-09-07T05:48:35Z</dcterms:created>
  <dcterms:modified xsi:type="dcterms:W3CDTF">2026-09-07T05:48:35Z</dcterms:modified>
</cp:coreProperties>
</file>